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719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presProps" Target="presProps.xml"  /><Relationship Id="rId5" Type="http://schemas.openxmlformats.org/officeDocument/2006/relationships/viewProps" Target="viewProps.xml"  /><Relationship Id="rId6" Type="http://schemas.openxmlformats.org/officeDocument/2006/relationships/theme" Target="theme/theme1.xml"  /><Relationship Id="rId7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619499" y="1117356"/>
            <a:ext cx="8406881" cy="4678241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3" name=""/>
          <p:cNvSpPr/>
          <p:nvPr/>
        </p:nvSpPr>
        <p:spPr>
          <a:xfrm>
            <a:off x="0" y="0"/>
            <a:ext cx="12192000" cy="842596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Header: color back title:</a:t>
            </a:r>
            <a:r>
              <a:rPr lang="ko-KR" altLang="en-US">
                <a:solidFill>
                  <a:schemeClr val="tx1"/>
                </a:solidFill>
              </a:rPr>
              <a:t> 일정관리 프로그램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"/>
          <p:cNvSpPr/>
          <p:nvPr/>
        </p:nvSpPr>
        <p:spPr>
          <a:xfrm>
            <a:off x="0" y="6015403"/>
            <a:ext cx="12192000" cy="842596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ko-KR">
                <a:solidFill>
                  <a:schemeClr val="tx1"/>
                </a:solidFill>
              </a:rPr>
              <a:t>Footer: color</a:t>
            </a:r>
            <a:r>
              <a:rPr lang="ko-KR" altLang="en-US">
                <a:solidFill>
                  <a:schemeClr val="tx1"/>
                </a:solidFill>
              </a:rPr>
              <a:t> </a:t>
            </a:r>
            <a:r>
              <a:rPr lang="en-US" altLang="ko-KR">
                <a:solidFill>
                  <a:schemeClr val="tx1"/>
                </a:solidFill>
              </a:rPr>
              <a:t>black title:</a:t>
            </a:r>
            <a:r>
              <a:rPr lang="ko-KR" altLang="en-US">
                <a:solidFill>
                  <a:schemeClr val="tx1"/>
                </a:solidFill>
              </a:rPr>
              <a:t> </a:t>
            </a:r>
            <a:r>
              <a:rPr lang="en-US" altLang="ko-KR">
                <a:solidFill>
                  <a:schemeClr val="tx1"/>
                </a:solidFill>
              </a:rPr>
              <a:t>KOSMO copyRight 2026 </a:t>
            </a:r>
            <a:r>
              <a:rPr lang="ko-KR" altLang="en-US">
                <a:solidFill>
                  <a:schemeClr val="tx1"/>
                </a:solidFill>
              </a:rPr>
              <a:t>김건형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"/>
          <p:cNvSpPr/>
          <p:nvPr/>
        </p:nvSpPr>
        <p:spPr>
          <a:xfrm>
            <a:off x="133350" y="1117356"/>
            <a:ext cx="3314698" cy="4678241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핸들바</a:t>
            </a:r>
            <a:endParaRPr lang="ko-KR" altLang="en-US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이곳에서 날짜</a:t>
            </a:r>
            <a:r>
              <a:rPr lang="en-US" altLang="ko-KR">
                <a:solidFill>
                  <a:schemeClr val="tx1"/>
                </a:solidFill>
              </a:rPr>
              <a:t>,</a:t>
            </a:r>
            <a:r>
              <a:rPr lang="ko-KR" altLang="en-US">
                <a:solidFill>
                  <a:schemeClr val="tx1"/>
                </a:solidFill>
              </a:rPr>
              <a:t> </a:t>
            </a:r>
            <a:r>
              <a:rPr lang="en-US" altLang="ko-KR">
                <a:solidFill>
                  <a:schemeClr val="tx1"/>
                </a:solidFill>
              </a:rPr>
              <a:t>memo,</a:t>
            </a:r>
            <a:r>
              <a:rPr lang="ko-KR" altLang="en-US">
                <a:solidFill>
                  <a:schemeClr val="tx1"/>
                </a:solidFill>
              </a:rPr>
              <a:t>반영될 색깔</a:t>
            </a:r>
            <a:r>
              <a:rPr lang="en-US" altLang="ko-KR">
                <a:solidFill>
                  <a:schemeClr val="tx1"/>
                </a:solidFill>
              </a:rPr>
              <a:t>(</a:t>
            </a:r>
            <a:r>
              <a:rPr lang="ko-KR" altLang="en-US">
                <a:solidFill>
                  <a:schemeClr val="tx1"/>
                </a:solidFill>
              </a:rPr>
              <a:t>예시</a:t>
            </a:r>
            <a:r>
              <a:rPr lang="en-US" altLang="ko-KR">
                <a:solidFill>
                  <a:schemeClr val="tx1"/>
                </a:solidFill>
              </a:rPr>
              <a:t>.</a:t>
            </a:r>
            <a:r>
              <a:rPr lang="ko-KR" altLang="en-US">
                <a:solidFill>
                  <a:schemeClr val="tx1"/>
                </a:solidFill>
              </a:rPr>
              <a:t> 파랑</a:t>
            </a:r>
            <a:r>
              <a:rPr lang="en-US" altLang="ko-KR">
                <a:solidFill>
                  <a:schemeClr val="tx1"/>
                </a:solidFill>
              </a:rPr>
              <a:t>)</a:t>
            </a:r>
            <a:r>
              <a:rPr lang="ko-KR" altLang="en-US">
                <a:solidFill>
                  <a:schemeClr val="tx1"/>
                </a:solidFill>
              </a:rPr>
              <a:t> 내역을 작성하고 확인</a:t>
            </a:r>
            <a:r>
              <a:rPr lang="en-US" altLang="ko-KR">
                <a:solidFill>
                  <a:schemeClr val="tx1"/>
                </a:solidFill>
              </a:rPr>
              <a:t>btn</a:t>
            </a:r>
            <a:r>
              <a:rPr lang="ko-KR" altLang="en-US">
                <a:solidFill>
                  <a:schemeClr val="tx1"/>
                </a:solidFill>
              </a:rPr>
              <a:t> 누르면 반영</a:t>
            </a:r>
            <a:endParaRPr lang="ko-KR" altLang="en-US">
              <a:solidFill>
                <a:schemeClr val="tx1"/>
              </a:solidFill>
            </a:endParaRPr>
          </a:p>
          <a:p>
            <a:pPr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24</ep:Words>
  <ep:PresentationFormat>화면 슬라이드 쇼(4:3)</ep:PresentationFormat>
  <ep:Paragraphs>4</ep:Paragraphs>
  <ep:Slides>2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ep:HeadingPairs>
  <ep:TitlesOfParts>
    <vt:vector size="3" baseType="lpstr">
      <vt:lpstr>한컴오피스</vt:lpstr>
      <vt:lpstr>슬라이드 1</vt:lpstr>
      <vt:lpstr>슬라이드 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2026-01-15T08:34:24.224</dcterms:created>
  <dc:creator>kosmo</dc:creator>
  <cp:lastModifiedBy>kosmo</cp:lastModifiedBy>
  <dcterms:modified xsi:type="dcterms:W3CDTF">2026-01-15T10:47:16.979</dcterms:modified>
  <cp:revision>2</cp:revision>
  <cp:version>1100.0100.01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